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FF"/>
                </a:solidFill>
              </a:rPr>
              <a:t>AI Trends 2026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The New Era of Artificial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PPT Agent Team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1. AI Market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2. 5 Key Trends for 2026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3. Key Takeaways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AI Market Size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$294B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2025 Market Size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201168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$375B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2026 Projected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201168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$3.5T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2034 Forecast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201168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30%+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Annual CAGR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Source: Fortune Business Insights, Statista, Grand View Research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74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A2A3A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Trend 1: Agentic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64008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40%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of enterprise apps will use AI agents by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Autonomous systems for Finance, HR, Customer Support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Minimal human intervention in decision-making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Intelligent supply chain orchestration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Data interpretation and system access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CBF"/>
                </a:solidFill>
              </a:rPr>
              <a:t>Source: Gartner Predictions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74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A2A3A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Trend 2: On-Device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54864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Edge Intelligence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goes mainstream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Mobile AI experiences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IoT 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Privacy-critical systems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54864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No Cloud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dependency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Efficient model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Hardware acceleration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Real-time processing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74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A2A3A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Trend 3: AI as Partner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64008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 evolves from </a:t>
            </a:r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instrument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to </a:t>
            </a:r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collaborative 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Amplifies human expertise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Collaborates in creation and problem-solving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Transforms how we 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Beyond answering questions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CBF"/>
                </a:solidFill>
              </a:rPr>
              <a:t>Source: Microsoft AI Research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74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A2A3A"/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Trend 4: Quantum Leap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64008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IBM: Quantum computers will </a:t>
            </a:r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outperform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classical computers in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Breakthrough Areas: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Drug development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Materials science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Financial optimization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Complex simulations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74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A2A3A"/>
                </a:solidFill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Trend 5: Global AI Race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54864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China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Open Source Rise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Open source AI adoption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Global AI community goodwill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54864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Tech Gap: </a:t>
            </a:r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Months → Weeks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Silicon Valley adopting Chinese models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Rapid innovation cycle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30%+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Annual AI Market Growth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Agentic AI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Drives Enterprise Innovation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On-Device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Enhanced Privacy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9319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Global Race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Intensifying Competition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 Trends 2026 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Created by PPT Agent Team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Sources: Microsoft, MIT Tech Review, IBM, Gartner, Statista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 Agent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Trends 2026</dc:title>
  <dc:subject>The New Era of Artificial Intelligence</dc:subject>
  <dc:creator>PPT Agent Team</dc:creator>
  <cp:lastModifiedBy>PPT Agent Team</cp:lastModifiedBy>
  <cp:revision>1</cp:revision>
  <dcterms:created xsi:type="dcterms:W3CDTF">2026-02-03T13:51:27Z</dcterms:created>
  <dcterms:modified xsi:type="dcterms:W3CDTF">2026-02-03T13:51:27Z</dcterms:modified>
</cp:coreProperties>
</file>