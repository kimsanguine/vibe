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Trends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Era of Artificial Intelligence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Agent Team  •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$375B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시장 규모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AI 채택률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1792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 투자 중 AI 비중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McKinsey, Fortune Business Insights, Silicon Valley Bank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 Size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965960" cy="2286000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$294B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1280160"/>
            <a:ext cx="1965960" cy="2286000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828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$375B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9748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+27.6%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1965960" cy="2286000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$1.68T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36.9%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1280160"/>
            <a:ext cx="1965960" cy="2286000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1828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$3.5T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9516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Growth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1A1AA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Growth Expected Over Next Decade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Fortune Business Insights, Statista, Grand View Research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자율적 AI 에이전트의 부상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앱에 AI 에이전트 포함 예측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2026 Prediction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채택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5740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에이전트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생산성 향상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재무, HR, 고객지원에 자율 시스템 적용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최소 인간 개입으로 의사결정 수행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공급망 전체 지능형 조율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063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76% 임원이 "동료"로 인식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Gartner, McKinsey, MIT/BCG Survey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성공 사례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325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-42%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문서화 시간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 66분 절약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Bradesco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1325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직원 역량 확보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리드타임 22%↓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69748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2834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5603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해결 시간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90일 내 만족도 70%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69748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KYC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2834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규정준수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200-2000%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6751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생산성 향상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보고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Deloitte Insights, Google Cloud, MIT Sloan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&amp; On-Device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없이 기기에서 직접 AI 실행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840480" cy="246888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Market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$143B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2034년 전망 (CAGR 21%)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AI: $75.5B (2033, CAGR 27.8%)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로드맵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3291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3611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증가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3291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3611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점유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동인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783080"/>
            <a:ext cx="3931920" cy="502920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실시간 데이터 처리 수요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3931920" cy="502920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프라이버시 보호 요구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3931920" cy="502920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IoT 기기 150억+ 대 보급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3931920" cy="502920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저지연 의사결정 필요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Precedence Research, Grand View Research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채택 현황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실험에서 운영 핵심으로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743200" cy="18288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AI 채택률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1371600"/>
            <a:ext cx="1691640" cy="18288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6002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0" y="21488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채택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371600"/>
            <a:ext cx="1691640" cy="18288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6002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0" y="21488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Fortune 500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사용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2743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1371600"/>
            <a:ext cx="1691640" cy="18288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16002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20-40%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0" y="21488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생산성 향상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2743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383280"/>
            <a:ext cx="7955280" cy="82296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520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단 1% 기업만 AI 성숙도 "성숙" 단계  •  57% 데이터가 "AI-ready" 아님  •  CEO 만족도 30% 미만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기업 경쟁 구도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독점에서 다자 경쟁 체제로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84048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73152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컴퓨팅 80%+ 점유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80160"/>
            <a:ext cx="73152" cy="1280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$500B+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IPO 목표, 매출 5x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697480"/>
            <a:ext cx="384048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697480"/>
            <a:ext cx="73152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$350B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$1B→$26B (26x)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697480"/>
            <a:ext cx="384048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97480"/>
            <a:ext cx="73152" cy="1280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2920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LLMArena Top 10 중 4개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1148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"3-4개 기업 경쟁 체제로 전환 중" - Foundation Capital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651760" cy="132588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기업 앱 채택, 생산성 2x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132588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$143B 시장, CAGR 21%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51760" cy="132588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채택 급증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기업 채택, 주류화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3931920" cy="132588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심화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OpenAI→다자 경쟁 체제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651760"/>
            <a:ext cx="3931920" cy="132588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집중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VC의 50%+가 AI에 투자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Trends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PPT Agent 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McKinsey, Gartner, MIT Sloan, Deloitte, Fortune Business Insights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Trends 2026</dc:title>
  <dc:subject>The New Era of Artificial Intelligence</dc:subject>
  <dc:creator>PPT Agent Team</dc:creator>
  <cp:lastModifiedBy>PPT Agent Team</cp:lastModifiedBy>
  <cp:revision>1</cp:revision>
  <dcterms:created xsi:type="dcterms:W3CDTF">2026-02-03T14:22:30Z</dcterms:created>
  <dcterms:modified xsi:type="dcterms:W3CDTF">2026-02-03T14:22:30Z</dcterms:modified>
</cp:coreProperties>
</file>